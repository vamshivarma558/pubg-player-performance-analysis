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Nunito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Roboto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Nunito-regular.fntdata"/><Relationship Id="rId14" Type="http://schemas.openxmlformats.org/officeDocument/2006/relationships/slide" Target="slides/slide9.xml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19" Type="http://schemas.openxmlformats.org/officeDocument/2006/relationships/font" Target="fonts/Inter-regular.fntdata"/><Relationship Id="rId18" Type="http://schemas.openxmlformats.org/officeDocument/2006/relationships/font" Target="fonts/Nuni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6d9e137b7_0_17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6d9e137b7_0_17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6d9e137b7_0_17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6d9e137b7_0_1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56d9e137b7_0_20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56d9e137b7_0_20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56d9e137b7_0_20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56d9e137b7_0_2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56d9e137b7_0_2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56d9e137b7_0_2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56d9e137b7_0_2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56d9e137b7_0_2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6d9e137b7_0_2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6d9e137b7_0_2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6d9e137b7_0_2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6d9e137b7_0_2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750303" y="12513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PUBG Player Performance Analysis</a:t>
            </a:r>
            <a:endParaRPr sz="3400"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727950" y="2571750"/>
            <a:ext cx="7688100" cy="13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2280"/>
              <a:t>Name :- Vamshi Varma Pusapati</a:t>
            </a:r>
            <a:endParaRPr sz="228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228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679"/>
              <a:t>Github url:-https://github.com/Vamshivarma558/PUBG-Player-Performance-Analysis</a:t>
            </a:r>
            <a:endParaRPr sz="1679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228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br>
              <a:rPr lang="en" sz="2280"/>
            </a:br>
            <a:br>
              <a:rPr lang="en" sz="2280"/>
            </a:br>
            <a:endParaRPr sz="228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idx="1" type="body"/>
          </p:nvPr>
        </p:nvSpPr>
        <p:spPr>
          <a:xfrm>
            <a:off x="660000" y="462975"/>
            <a:ext cx="7688700" cy="41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PUBG is a highly competitive battle royale game where strategy and skill determine success.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Final placement is influenced by dozens of factors—can we predict it accurately?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Machine learning to decode what separates winners from losers.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Questions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in-game actions most strongly correlate with winning?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we build a model to estimate a player’s rank based on stats?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can players use these insights to improve?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 Audience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Players: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Optimize playstyle.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Coaches/Analysts: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Scout talent and strategies.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Developers: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Balance gameplay mechanics.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50">
              <a:solidFill>
                <a:srgbClr val="F8FAFF"/>
              </a:solidFill>
              <a:highlight>
                <a:srgbClr val="292A2D"/>
              </a:highlight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>
            <p:ph idx="1" type="body"/>
          </p:nvPr>
        </p:nvSpPr>
        <p:spPr>
          <a:xfrm>
            <a:off x="729450" y="1169050"/>
            <a:ext cx="7688700" cy="31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Source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Kaggle dataset: 4.4 million player match records (~2.5GB).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Features: kills, walkDistance, damageDealt, winPlacePerc (target), etc.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Engineering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Features: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headshot_rate = headshotKills / kills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(precision metric).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kill_per_dist = kills / walkDistance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(aggression efficiency).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survival_time = matchDuration - (time survived)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(early death penalty).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Used: Pandas (cleaning), Seaborn (outlier detection).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0" name="Google Shape;140;p15"/>
          <p:cNvSpPr txBox="1"/>
          <p:nvPr/>
        </p:nvSpPr>
        <p:spPr>
          <a:xfrm>
            <a:off x="729450" y="486125"/>
            <a:ext cx="6666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Dataset &amp; Preprocessing</a:t>
            </a:r>
            <a:endParaRPr sz="2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>
            <p:ph type="title"/>
          </p:nvPr>
        </p:nvSpPr>
        <p:spPr>
          <a:xfrm>
            <a:off x="772850" y="4520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 Exploratory Data Analysis (EDA)</a:t>
            </a:r>
            <a:endParaRPr sz="2500"/>
          </a:p>
        </p:txBody>
      </p:sp>
      <p:sp>
        <p:nvSpPr>
          <p:cNvPr id="146" name="Google Shape;146;p16"/>
          <p:cNvSpPr txBox="1"/>
          <p:nvPr>
            <p:ph idx="1" type="body"/>
          </p:nvPr>
        </p:nvSpPr>
        <p:spPr>
          <a:xfrm>
            <a:off x="819150" y="972275"/>
            <a:ext cx="7505700" cy="34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Correlations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walkDistance vs. winPlacePerc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(ρ = 0.81) → Mobility wins games.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damageDealt vs. winPlacePerc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(ρ = 0.72) → Consistent damage is critical.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boostsUsed vs. winPlacePerc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(ρ = 0.65) → Survival items boost rank more than weapons.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Surprising Findings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kills ≠ High Rank: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Top 10% players average 5 kills/game—not 10+.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Vehicle Use: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Negligible correlation—cars attract attention but don’t guarantee wins.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Visuals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Heatmap of feature correlations.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Boxplot of winPlacePerc by kills quantile.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Approach</a:t>
            </a:r>
            <a:endParaRPr/>
          </a:p>
        </p:txBody>
      </p:sp>
      <p:sp>
        <p:nvSpPr>
          <p:cNvPr id="152" name="Google Shape;152;p17"/>
          <p:cNvSpPr txBox="1"/>
          <p:nvPr>
            <p:ph idx="1" type="body"/>
          </p:nvPr>
        </p:nvSpPr>
        <p:spPr>
          <a:xfrm>
            <a:off x="819150" y="995425"/>
            <a:ext cx="7505700" cy="3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Hyperparameter Tuning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XGBoost optimization: max_depth (6), learning_rate (0.01), n_estimators (200).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Validation: 5-fold cross-validation to prevent overfitting.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Evaluation Metric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 Absolute Error (MAE):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0.022 → Model predicts placement within 2.2% error.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/>
          <p:nvPr>
            <p:ph type="title"/>
          </p:nvPr>
        </p:nvSpPr>
        <p:spPr>
          <a:xfrm>
            <a:off x="819150" y="590300"/>
            <a:ext cx="7505700" cy="7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Predictive Features</a:t>
            </a:r>
            <a:endParaRPr/>
          </a:p>
        </p:txBody>
      </p:sp>
      <p:sp>
        <p:nvSpPr>
          <p:cNvPr id="158" name="Google Shape;158;p18"/>
          <p:cNvSpPr txBox="1"/>
          <p:nvPr>
            <p:ph idx="1" type="body"/>
          </p:nvPr>
        </p:nvSpPr>
        <p:spPr>
          <a:xfrm>
            <a:off x="819150" y="1562575"/>
            <a:ext cx="7505700" cy="28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Importance (XGBoost)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walkDistance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(32% weight) → Mobility wins games.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damageDealt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(25% weight) → Consistent damage beats reckless aggression.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boostsUsed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(18% weight) → Medkits and energy drinks increase survival odds.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Strategic Takeaways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✔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Prioritize positioning, loot heals early, engage mid-game. ✖ 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Avoid: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Hot-dropping, overusing vehicles.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 txBox="1"/>
          <p:nvPr>
            <p:ph type="title"/>
          </p:nvPr>
        </p:nvSpPr>
        <p:spPr>
          <a:xfrm>
            <a:off x="657100" y="5446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&amp; Competitive Applications</a:t>
            </a:r>
            <a:endParaRPr/>
          </a:p>
        </p:txBody>
      </p:sp>
      <p:sp>
        <p:nvSpPr>
          <p:cNvPr id="164" name="Google Shape;164;p19"/>
          <p:cNvSpPr txBox="1"/>
          <p:nvPr>
            <p:ph idx="1" type="body"/>
          </p:nvPr>
        </p:nvSpPr>
        <p:spPr>
          <a:xfrm>
            <a:off x="819150" y="1122750"/>
            <a:ext cx="7505700" cy="35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Players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Personalized Dashboards: Track headshot_rate to identify weaknesses.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Drills: Simulate game scenarios (e.g., "zone rotations").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Developers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Balance Patches: Nerf overpowered loot zones if weaponsAcquired skews rankings.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Anti-Cheat: Detect outliers (e.g., 30-kill games as potential cheaters).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Esports Teams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Scouting: Recruit players with high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damageDealt/kill ratios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(efficient play).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/>
          <p:nvPr>
            <p:ph type="title"/>
          </p:nvPr>
        </p:nvSpPr>
        <p:spPr>
          <a:xfrm>
            <a:off x="819150" y="497700"/>
            <a:ext cx="7505700" cy="13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170" name="Google Shape;170;p20"/>
          <p:cNvSpPr txBox="1"/>
          <p:nvPr>
            <p:ph idx="1" type="body"/>
          </p:nvPr>
        </p:nvSpPr>
        <p:spPr>
          <a:xfrm>
            <a:off x="819150" y="1446825"/>
            <a:ext cx="7505700" cy="29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Enhancements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Time-Series Analysis: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Predict rank shifts mid-game.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Squad Dynamics: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Team synergy metrics (e.g., revives/teammate).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Deployment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API: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Live rank predictions during streams.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Interactive Tool: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"What-if" simulator for players.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/>
          <p:nvPr>
            <p:ph type="title"/>
          </p:nvPr>
        </p:nvSpPr>
        <p:spPr>
          <a:xfrm>
            <a:off x="819150" y="532425"/>
            <a:ext cx="7505700" cy="12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76" name="Google Shape;176;p21"/>
          <p:cNvSpPr txBox="1"/>
          <p:nvPr>
            <p:ph idx="1" type="body"/>
          </p:nvPr>
        </p:nvSpPr>
        <p:spPr>
          <a:xfrm>
            <a:off x="819150" y="1388950"/>
            <a:ext cx="7505700" cy="30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Lessons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Mobility Wins Games: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walkDistance is the #1 predictor.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Accuracy &gt; Aggression: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High headshot_rate beats spray-and-pray.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Data-Driven Improvement: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Players can optimize strategies quantitatively.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Call to Action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✔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Try the GitHub Code!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✔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Feedback Welcome: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Collaborate on squad modeling.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Side-by-side comparison of "good" vs. "bad" playstyles.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